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OER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An AI-Powered Platform for Discovering Open Educational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1D5DB"/>
                </a:solidFill>
                <a:latin typeface="Calibri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I Chose This 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Textbook costs are a major financial barrier for students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Open Educational Resources (OER) provide free, openly licensed materials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Finding the right OER is difficult with traditional keyword search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AI can transform resource discovery into a guided conversation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Passionate about making education accessible and affordable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Excited to explore real-world AI applications in education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It’s Important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Calibri"/>
              </a:defRPr>
            </a:pPr>
            <a:r>
              <a:t>Students spend hundreds per semester on textbooks.</a:t>
            </a:r>
            <a:br/>
            <a:r>
              <a:t>OER eliminates this financial burden.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29184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2743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Calibri"/>
              </a:defRPr>
            </a:pPr>
            <a:r>
              <a:t>Free, openly licensed content that anyone</a:t>
            </a:r>
            <a:br/>
            <a:r>
              <a:t>can use, adapt, and redistribute.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29184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Smarter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Calibri"/>
              </a:defRPr>
            </a:pPr>
            <a:r>
              <a:t>AI replaces keyword search with natural</a:t>
            </a:r>
            <a:br/>
            <a:r>
              <a:t>language conversation for better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78BFA"/>
                </a:solidFill>
                <a:latin typeface="Calibri"/>
              </a:defRPr>
            </a:pPr>
            <a:r>
              <a:t>"Instead of sifting through dozens of search results, a student can simply ask for what they need in plain language and receive curated, vetted recommendations."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 Want to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840480" cy="91440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4B8A6"/>
                </a:solidFill>
                <a:latin typeface="Calibri"/>
              </a:defRPr>
            </a:pPr>
            <a:r>
              <a:t>🤖  LLM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002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How to connect large language models to real applications using FastAPI and OpenAI-compatible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3840480" cy="91440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4B8A6"/>
                </a:solidFill>
                <a:latin typeface="Calibri"/>
              </a:defRPr>
            </a:pPr>
            <a:r>
              <a:t>🎨  Modern Front-End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8346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Building responsive, animated interfaces with React 19, Vite, and 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840480" cy="91440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4B8A6"/>
                </a:solidFill>
                <a:latin typeface="Calibri"/>
              </a:defRPr>
            </a:pPr>
            <a:r>
              <a:t>📝  Prompt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0690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Designing system prompts that produce structured, consistent JSON output from AI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3840480" cy="91440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4B8A6"/>
                </a:solidFill>
                <a:latin typeface="Calibri"/>
              </a:defRPr>
            </a:pPr>
            <a:r>
              <a:t>🔧  Full-Stack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30352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RESTful API design, CORS management, and deploying a polished end-to-end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 Want to Share with the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AI can solve meaningful, real-world problems beyond simple chatbots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The technical architecture: how React, FastAPI, and LM Studio work together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How natural language processing can replace tedious keyword search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Creative thinking about using AI to reduce costs and improve access to education</a:t>
            </a:r>
          </a:p>
          <a:p>
            <a:pPr>
              <a:spcAft>
                <a:spcPts val="800"/>
              </a:spcAft>
              <a:defRPr sz="2000">
                <a:solidFill>
                  <a:srgbClr val="D1D5DB"/>
                </a:solidFill>
                <a:latin typeface="Calibri"/>
              </a:defRPr>
            </a:pPr>
            <a:r>
              <a:t>•  Practical lessons in building and deploying a full-stack AI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743200" cy="11887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Calibri"/>
              </a:defRPr>
            </a:pPr>
            <a:r>
              <a:t>React 19  |  Vite 7  |  Tailwind CSS 4</a:t>
            </a:r>
            <a:br/>
            <a:r>
              <a:t>Framer Motion  |  React Router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2743200" cy="1188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Calibri"/>
              </a:defRPr>
            </a:pPr>
            <a:r>
              <a:t>FastAPI  |  Pydantic</a:t>
            </a:r>
            <a:br/>
            <a:r>
              <a:t>httpx  |  RESTful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2743200" cy="11887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9377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Calibri"/>
              </a:defRPr>
            </a:pPr>
            <a:r>
              <a:t>LM Studio  |  OpenAI-Compatible API</a:t>
            </a:r>
            <a:br/>
            <a:r>
              <a:t>Meta Llama 3.1 8B Instruct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FFFFF"/>
                </a:solidFill>
                <a:latin typeface="Calibri"/>
              </a:defRPr>
            </a:pPr>
            <a:r>
              <a:t>Conversational AI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Calibri"/>
              </a:defRPr>
            </a:pPr>
            <a:r>
              <a:t>Ask for resources in plain English</a:t>
            </a:r>
            <a:br/>
            <a:r>
              <a:t>and get curated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FFFFF"/>
                </a:solidFill>
                <a:latin typeface="Calibri"/>
              </a:defRPr>
            </a:pPr>
            <a:r>
              <a:t>Course &amp; Source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40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Calibri"/>
              </a:defRPr>
            </a:pPr>
            <a:r>
              <a:t>Filter by specific courses (ENGL 1101,</a:t>
            </a:r>
            <a:br/>
            <a:r>
              <a:t>HIST 2111, etc.) and OER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FFFFF"/>
                </a:solidFill>
                <a:latin typeface="Calibri"/>
              </a:defRPr>
            </a:pPr>
            <a:r>
              <a:t>Structured Resource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Calibri"/>
              </a:defRPr>
            </a:pPr>
            <a:r>
              <a:t>Title, match reason, license, quality</a:t>
            </a:r>
            <a:br/>
            <a:r>
              <a:t>summary, and instructor ideas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3474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FFFFF"/>
                </a:solidFill>
                <a:latin typeface="Calibri"/>
              </a:defRPr>
            </a:pPr>
            <a:r>
              <a:t>Real-Time Status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Calibri"/>
              </a:defRPr>
            </a:pPr>
            <a:r>
              <a:t>Live connectivity checks for backend</a:t>
            </a:r>
            <a:br/>
            <a:r>
              <a:t>and LM Studio every 30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74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FFFFF"/>
                </a:solidFill>
                <a:latin typeface="Calibri"/>
              </a:defRPr>
            </a:pPr>
            <a:r>
              <a:t>Search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Calibri"/>
              </a:defRPr>
            </a:pPr>
            <a:r>
              <a:t>Persistent local storage of up to</a:t>
            </a:r>
            <a:br/>
            <a:r>
              <a:t>15 recent searches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931920"/>
            <a:ext cx="3474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FFFFF"/>
                </a:solidFill>
                <a:latin typeface="Calibri"/>
              </a:defRPr>
            </a:pPr>
            <a:r>
              <a:t>Modern Dark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Calibri"/>
              </a:defRPr>
            </a:pPr>
            <a:r>
              <a:t>Purple/indigo gradient theme with</a:t>
            </a:r>
            <a:br/>
            <a:r>
              <a:t>smooth Framer Motion animations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Will Be Showcased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1.  Landing Page walkthrough — Hero, Features, How It Works sections</a:t>
            </a:r>
          </a:p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2.  Chat Interface demo — asking natural language questions for OER</a:t>
            </a:r>
          </a:p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3.  Course &amp; source filtering — narrowing results by course and provider</a:t>
            </a:r>
          </a:p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4.  AI-generated Resource Cards — structured recommendations with details</a:t>
            </a:r>
          </a:p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5.  System architecture overview — React → FastAPI → LM Studio pipeline</a:t>
            </a:r>
          </a:p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6.  Prompt engineering deep-dive — how the system prompt produces JSON output</a:t>
            </a:r>
          </a:p>
          <a:p>
            <a:pPr>
              <a:spcAft>
                <a:spcPts val="800"/>
              </a:spcAft>
              <a:defRPr sz="1900">
                <a:solidFill>
                  <a:srgbClr val="D1D5DB"/>
                </a:solidFill>
                <a:latin typeface="Calibri"/>
              </a:defRPr>
            </a:pPr>
            <a:r>
              <a:t>7.  Challenges, lessons learned, and future enhancements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82296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6366F1"/>
                </a:solidFill>
                <a:latin typeface="Calibri"/>
              </a:defRPr>
            </a:pPr>
            <a:r>
              <a:t>🗄️  Database-Backed Indexing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6002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Store and index OER resources for faster, more reliable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4114800" cy="82296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6366F1"/>
                </a:solidFill>
                <a:latin typeface="Calibri"/>
              </a:defRPr>
            </a:pPr>
            <a:r>
              <a:t>🔒  User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788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Allow users to save favorites, track search history across devices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4114800" cy="82296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6366F1"/>
                </a:solidFill>
                <a:latin typeface="Calibri"/>
              </a:defRPr>
            </a:pPr>
            <a:r>
              <a:t>🌐  Expanded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977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Integrate additional OER repositories beyond GGC Syllabi and Open ALG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4114800" cy="822960"/>
          </a:xfrm>
          <a:prstGeom prst="roundRect">
            <a:avLst/>
          </a:prstGeom>
          <a:solidFill>
            <a:srgbClr val="2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6366F1"/>
                </a:solidFill>
                <a:latin typeface="Calibri"/>
              </a:defRPr>
            </a:pPr>
            <a:r>
              <a:t>📊  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166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Track popular searches, resource usage, and user engagement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06240"/>
            <a:ext cx="21031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Calibri"/>
              </a:defRPr>
            </a:pPr>
            <a:r>
              <a:t>OER AI Agent — Making Education Accessible Through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